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367" autoAdjust="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B98A7-9FE9-4DC3-8DC0-5CE79DA0909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74F1-4A7F-4457-9768-214ECFEC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generated with AI and burned around 25% of my monthly </a:t>
            </a:r>
            <a:r>
              <a:rPr lang="en-US"/>
              <a:t>premium quota.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874F1-4A7F-4457-9768-214ECFEC54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Development: Building with Copilot &amp; MCP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Hackathon Journey into AI-Assisted Software Engineering</a:t>
            </a:r>
          </a:p>
          <a:p>
            <a:r>
              <a:t>November 28,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Goal: Build full-stack task management in ONE day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✅ Spring Boot 3.5.5 Backend (Java)</a:t>
            </a:r>
          </a:p>
          <a:p>
            <a:pPr>
              <a:defRPr sz="1800"/>
            </a:pPr>
            <a:r>
              <a:t>✅ MCP Server Implementation</a:t>
            </a:r>
          </a:p>
          <a:p>
            <a:pPr>
              <a:defRPr sz="1800"/>
            </a:pPr>
            <a:r>
              <a:t>✅ Angular UI Frontend</a:t>
            </a:r>
          </a:p>
          <a:p>
            <a:pPr>
              <a:defRPr sz="1800"/>
            </a:pPr>
            <a:r>
              <a:t>✅ GitHub Integration</a:t>
            </a:r>
          </a:p>
          <a:p>
            <a:pPr>
              <a:defRPr sz="1800"/>
            </a:pPr>
            <a:r>
              <a:t>✅ Full CRUD Operations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The Twist: Use AI for EVERYTHING possible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Tools Arsenal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GitHub Copilot - Multiple Modes:</a:t>
            </a:r>
          </a:p>
          <a:p>
            <a:pPr lvl="1">
              <a:defRPr sz="1600"/>
            </a:pPr>
            <a:r>
              <a:t>  💡 Plan Mode - Brainstorming &amp; Architecture</a:t>
            </a:r>
          </a:p>
          <a:p>
            <a:pPr lvl="1">
              <a:defRPr sz="1600"/>
            </a:pPr>
            <a:r>
              <a:t>  🤖 Agent Mode - Code Generation (GPT-4, Claude, Gemini)</a:t>
            </a:r>
          </a:p>
          <a:p>
            <a:pPr lvl="1">
              <a:defRPr sz="1600"/>
            </a:pPr>
            <a:r>
              <a:t>  💬 Chat Mode - Problem Solving &amp; Debugging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MCP Servers:</a:t>
            </a:r>
          </a:p>
          <a:p>
            <a:pPr lvl="1">
              <a:defRPr sz="1600"/>
            </a:pPr>
            <a:r>
              <a:t>  GitHub MCP - Automated repo creation, PRs, commits</a:t>
            </a:r>
          </a:p>
          <a:p>
            <a:pPr lvl="1">
              <a:defRPr sz="1600"/>
            </a:pPr>
            <a:r>
              <a:t>  Atlassian MCP - Integrated documentation</a:t>
            </a:r>
          </a:p>
          <a:p>
            <a:pPr lvl="1">
              <a:defRPr sz="1600"/>
            </a:pPr>
            <a:r>
              <a:t>  Custom MCP - Task management tools (built today!)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I: Planning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Started with Copilot Plan Mode:</a:t>
            </a:r>
          </a:p>
          <a:p>
            <a:pPr lvl="1">
              <a:defRPr sz="1600"/>
            </a:pPr>
            <a:r>
              <a:t>  ✓ Brainstormed architecture patterns</a:t>
            </a:r>
          </a:p>
          <a:p>
            <a:pPr lvl="1">
              <a:defRPr sz="1600"/>
            </a:pPr>
            <a:r>
              <a:t>  ✓ Defined MCP server integration</a:t>
            </a:r>
          </a:p>
          <a:p>
            <a:pPr lvl="1">
              <a:defRPr sz="1600"/>
            </a:pPr>
            <a:r>
              <a:t>  ✓ Mapped out project structure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Result: Clear roadmap in MINUTES vs. HOURS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Learning: AI excels at structured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II: Building with GitHub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GitHub MCP Server Magic:</a:t>
            </a:r>
          </a:p>
          <a:p>
            <a:pPr lvl="1">
              <a:defRPr sz="1600"/>
            </a:pPr>
            <a:r>
              <a:t>  ✅ Created GitHub repository</a:t>
            </a:r>
          </a:p>
          <a:p>
            <a:pPr lvl="1">
              <a:defRPr sz="1600"/>
            </a:pPr>
            <a:r>
              <a:t>  ✅ Initialized project structure</a:t>
            </a:r>
          </a:p>
          <a:p>
            <a:pPr lvl="1">
              <a:defRPr sz="1600"/>
            </a:pPr>
            <a:r>
              <a:t>  ✅ Committed initial code</a:t>
            </a:r>
          </a:p>
          <a:p>
            <a:pPr lvl="1">
              <a:defRPr sz="1600"/>
            </a:pPr>
            <a:r>
              <a:t>  ✅ Created branches &amp; PRs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Copilot Agent Mode generated:</a:t>
            </a:r>
          </a:p>
          <a:p>
            <a:pPr lvl="1">
              <a:defRPr sz="1600"/>
            </a:pPr>
            <a:r>
              <a:t>  • 4 controllers • 11 MCP tools</a:t>
            </a:r>
          </a:p>
          <a:p>
            <a:pPr lvl="1">
              <a:defRPr sz="1600"/>
            </a:pPr>
            <a:r>
              <a:t>  • REST APIs • Validation &amp; error handling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Felt like: A conductor, not a coder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III: MCP Server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Built Production-Grade MCP Server: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📦 11 Tools - Project &amp; task CRUD</a:t>
            </a:r>
          </a:p>
          <a:p>
            <a:pPr>
              <a:defRPr sz="1800"/>
            </a:pPr>
            <a:r>
              <a:t>💬 3 Prompts - AI summaries &amp; planning</a:t>
            </a:r>
          </a:p>
          <a:p>
            <a:pPr>
              <a:defRPr sz="1800"/>
            </a:pPr>
            <a:r>
              <a:t>📚 4 Resources - Direct data access</a:t>
            </a:r>
          </a:p>
          <a:p>
            <a:pPr>
              <a:defRPr sz="1800"/>
            </a:pPr>
            <a:r>
              <a:t>🔄 SSE Transport - Real-time streaming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~2000+ lines of code (85% AI-generated)</a:t>
            </a:r>
          </a:p>
          <a:p>
            <a:pPr>
              <a:defRPr sz="1800"/>
            </a:pPr>
            <a:r>
              <a:t>Based on dvaas pattern, adapted for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Worked Brilliantly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🎯 The Wins: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✅ Speed: 8-hour project done in 4-5 hours</a:t>
            </a:r>
          </a:p>
          <a:p>
            <a:pPr>
              <a:defRPr sz="1800"/>
            </a:pPr>
            <a:r>
              <a:t>✅ Code Quality: Best practices built-in</a:t>
            </a:r>
          </a:p>
          <a:p>
            <a:pPr>
              <a:defRPr sz="1800"/>
            </a:pPr>
            <a:r>
              <a:t>✅ Learning: Explored 3 AI models</a:t>
            </a:r>
          </a:p>
          <a:p>
            <a:pPr>
              <a:defRPr sz="1800"/>
            </a:pPr>
            <a:r>
              <a:t>✅ Integration: GitHub workflow automated</a:t>
            </a:r>
          </a:p>
          <a:p>
            <a:pPr>
              <a:defRPr sz="1800"/>
            </a:pPr>
            <a:r>
              <a:t>✅ Documentation: Comprehensive auto-docs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Best Moment: AI creating PRs autonomously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Reality Check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The Challenges: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❌ Non-Deterministic: Varied results per run</a:t>
            </a:r>
          </a:p>
          <a:p>
            <a:pPr>
              <a:defRPr sz="1800"/>
            </a:pPr>
            <a:r>
              <a:t>❌ Context Loss: Easy to lose track</a:t>
            </a:r>
          </a:p>
          <a:p>
            <a:pPr>
              <a:defRPr sz="1800"/>
            </a:pPr>
            <a:r>
              <a:t>❌ Over-Correction: AI 'fixed' working code</a:t>
            </a:r>
          </a:p>
          <a:p>
            <a:pPr>
              <a:defRPr sz="1800"/>
            </a:pPr>
            <a:r>
              <a:t>❌ MCP Integration: Couldn't fully integrate</a:t>
            </a:r>
          </a:p>
          <a:p>
            <a:pPr>
              <a:defRPr sz="1800"/>
            </a:pPr>
            <a:r>
              <a:t>❌ Steering Required: Constant guidance needed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AI is a powerful assistant, not autopilot (yet)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'Just Approving' Feeling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Emotional Rollercoaster: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😊 Exciting: '200 lines in seconds!'</a:t>
            </a:r>
          </a:p>
          <a:p>
            <a:pPr>
              <a:defRPr sz="1800"/>
            </a:pPr>
            <a:r>
              <a:t>🤔 Unsettling: 'Am I even coding?'</a:t>
            </a:r>
          </a:p>
          <a:p>
            <a:pPr>
              <a:defRPr sz="1800"/>
            </a:pPr>
            <a:r>
              <a:t>😰 Challenging: 'What did it change?'</a:t>
            </a:r>
          </a:p>
          <a:p>
            <a:pPr>
              <a:defRPr sz="1800"/>
            </a:pPr>
            <a:r>
              <a:t>😅 Humbling: 'I'm a project manager now'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Reality: Still needed deep technical knowledge</a:t>
            </a:r>
          </a:p>
          <a:p>
            <a:pPr lvl="1">
              <a:defRPr sz="1600"/>
            </a:pPr>
            <a:r>
              <a:t>  • Validate suggestions • Debug issues</a:t>
            </a:r>
          </a:p>
          <a:p>
            <a:pPr lvl="1">
              <a:defRPr sz="1600"/>
            </a:pPr>
            <a:r>
              <a:t>  • Architect solution • Keep vision coherent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 The Numbers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Hackathon Stats: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⏱️ Time Spent: ~6 hours</a:t>
            </a:r>
          </a:p>
          <a:p>
            <a:pPr>
              <a:defRPr sz="1800"/>
            </a:pPr>
            <a:r>
              <a:t>📝 Lines Written: ~2,500+</a:t>
            </a:r>
          </a:p>
          <a:p>
            <a:pPr>
              <a:defRPr sz="1800"/>
            </a:pPr>
            <a:r>
              <a:t>🤖 AI-Generated: ~85%</a:t>
            </a:r>
          </a:p>
          <a:p>
            <a:pPr>
              <a:defRPr sz="1800"/>
            </a:pPr>
            <a:r>
              <a:t>🔨 Manual Fixes: ~15%</a:t>
            </a:r>
          </a:p>
          <a:p>
            <a:pPr>
              <a:defRPr sz="1800"/>
            </a:pPr>
            <a:r>
              <a:t>🐛 Bugs Created by AI: 7</a:t>
            </a:r>
          </a:p>
          <a:p>
            <a:pPr>
              <a:defRPr sz="1800"/>
            </a:pPr>
            <a:r>
              <a:t>🐛 Bugs Fixed by AI: 12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ROI: 3-4x faster than traditional coding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What I Learned: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1. Context is King - Better input = better output</a:t>
            </a:r>
          </a:p>
          <a:p>
            <a:pPr>
              <a:defRPr sz="1800"/>
            </a:pPr>
            <a:r>
              <a:t>2. Iterate Rapidly - Don't aim for perfection</a:t>
            </a:r>
          </a:p>
          <a:p>
            <a:pPr>
              <a:defRPr sz="1800"/>
            </a:pPr>
            <a:r>
              <a:t>3. Version Control is Critical - Track changes</a:t>
            </a:r>
          </a:p>
          <a:p>
            <a:pPr>
              <a:defRPr sz="1800"/>
            </a:pPr>
            <a:r>
              <a:t>4. Trust but Verify - Always review AI output</a:t>
            </a:r>
          </a:p>
          <a:p>
            <a:pPr>
              <a:defRPr sz="1800"/>
            </a:pPr>
            <a:r>
              <a:t>5. Multiple Models - Different strengths</a:t>
            </a:r>
          </a:p>
          <a:p>
            <a:pPr>
              <a:defRPr sz="1800"/>
            </a:pPr>
            <a:r>
              <a:t>6. MCP is Powerful - Standard AI protocol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The skill: Knowing WHAT to build &gt; HOW to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is Here 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Paradigm Shift in Development: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Traditional → AI-Assisted</a:t>
            </a:r>
          </a:p>
          <a:p>
            <a:pPr lvl="1">
              <a:defRPr sz="1600"/>
            </a:pPr>
            <a:r>
              <a:t>  Write every line → Orchestrate &amp; validate</a:t>
            </a:r>
          </a:p>
          <a:p>
            <a:pPr lvl="1">
              <a:defRPr sz="1600"/>
            </a:pPr>
            <a:r>
              <a:t>  Hours on boilerplate → Minutes on structure</a:t>
            </a:r>
          </a:p>
          <a:p>
            <a:pPr lvl="1">
              <a:defRPr sz="1600"/>
            </a:pPr>
            <a:r>
              <a:t>  Manual documentation → Auto-generated</a:t>
            </a:r>
          </a:p>
          <a:p>
            <a:pPr lvl="1">
              <a:defRPr sz="1600"/>
            </a:pPr>
            <a:r>
              <a:t>  Sequential development → Parallel exploration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New Skill: Knowing WHAT &gt; HOW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Next?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Future Improvements: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Technical:</a:t>
            </a:r>
          </a:p>
          <a:p>
            <a:pPr lvl="1">
              <a:defRPr sz="1600"/>
            </a:pPr>
            <a:r>
              <a:t>  • Complete MCP Copilot integration</a:t>
            </a:r>
          </a:p>
          <a:p>
            <a:pPr lvl="1">
              <a:defRPr sz="1600"/>
            </a:pPr>
            <a:r>
              <a:t>  • Add authentication &amp; authorization</a:t>
            </a:r>
          </a:p>
          <a:p>
            <a:pPr lvl="1">
              <a:defRPr sz="1600"/>
            </a:pPr>
            <a:r>
              <a:t>  • Deploy to cloud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AI Enhancements:</a:t>
            </a:r>
          </a:p>
          <a:p>
            <a:pPr lvl="1">
              <a:defRPr sz="1600"/>
            </a:pPr>
            <a:r>
              <a:t>  • Fine-tune prompts for accuracy</a:t>
            </a:r>
          </a:p>
          <a:p>
            <a:pPr lvl="1">
              <a:defRPr sz="1600"/>
            </a:pPr>
            <a:r>
              <a:t>  • Custom models on codebase</a:t>
            </a:r>
          </a:p>
          <a:p>
            <a:pPr lvl="1">
              <a:defRPr sz="1600"/>
            </a:pPr>
            <a:r>
              <a:t>  • Automated test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"AI didn't replace the developer...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It made me 3x more productive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and 10x more exploratory"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1302088-aa92-48c6-bbf3-927bf74cf8aa}" enabled="1" method="Standard" siteId="{42151053-0193-47aa-9e81-effd81f772c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On-screen Show (4:3)</PresentationFormat>
  <Paragraphs>155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AI-Powered Development: Building with Copilot &amp; MCP</vt:lpstr>
      <vt:lpstr>The Challenge</vt:lpstr>
      <vt:lpstr>AI Tools Arsenal</vt:lpstr>
      <vt:lpstr>Act I: Planning with AI</vt:lpstr>
      <vt:lpstr>Act II: Building with GitHub MCP</vt:lpstr>
      <vt:lpstr>Act III: MCP Server Implementation</vt:lpstr>
      <vt:lpstr>What Worked Brilliantly ✨</vt:lpstr>
      <vt:lpstr>The Reality Check ⚠️</vt:lpstr>
      <vt:lpstr>The 'Just Approving' Feeling</vt:lpstr>
      <vt:lpstr>By The Numbers 📊</vt:lpstr>
      <vt:lpstr>Key Insights 💡</vt:lpstr>
      <vt:lpstr>The Future is Here 🔮</vt:lpstr>
      <vt:lpstr>What's Next? 🚀</vt:lpstr>
      <vt:lpstr>The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George David</cp:lastModifiedBy>
  <cp:revision>2</cp:revision>
  <dcterms:created xsi:type="dcterms:W3CDTF">2013-01-27T09:14:16Z</dcterms:created>
  <dcterms:modified xsi:type="dcterms:W3CDTF">2025-11-28T14:52:24Z</dcterms:modified>
  <cp:category/>
</cp:coreProperties>
</file>